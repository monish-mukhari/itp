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notesMasterIdLst>
    <p:notesMasterId r:id="rId10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notesMaster" Target="notesMasters/notesMaster1.xml"/><Relationship Id="rId11" Type="http://schemas.openxmlformats.org/officeDocument/2006/relationships/presProps" Target="presProps.xml"/><Relationship Id="rId12" Type="http://schemas.openxmlformats.org/officeDocument/2006/relationships/viewProps" Target="viewProps.xml"/><Relationship Id="rId13" Type="http://schemas.openxmlformats.org/officeDocument/2006/relationships/theme" Target="theme/theme1.xml"/><Relationship Id="rId1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Welcome to the lecture on Depth-Limited Search.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Depth-Limited Search is a variation of Depth-First Search that prevents infinite loops by setting a maximum search depth.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 algorithm explores nodes until it reaches the specified depth limit, preventing infinite exploration in graphs with cycles.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Depth-Limited Search is memory-efficient and easy to implement, making it suitable for problems with shallow search spaces.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It might not find the optimal solution if the solution lies beyond the depth limit. Choosing the right depth limit is crucial.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Depth-Limited Search finds applications in various fields, including game playing, robotics, and pathfinding.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Key difference: Depth-Limited Search adds a depth bound, preventing the infinite exploration that can occur with standard Depth-First Search.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Depth-Limited Search is a valuable tool, but careful consideration of the depth limit is essential for effective use.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jp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jp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14400" y="457200"/>
            <a:ext cx="68580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000000"/>
                </a:solidFill>
              </a:rPr>
              <a:t>Depth-Limited Search</a:t>
            </a:r>
            <a:endParaRPr lang="en-US" sz="2400" dirty="0"/>
          </a:p>
        </p:txBody>
      </p:sp>
      <p:pic>
        <p:nvPicPr>
          <p:cNvPr id="3" name="Image 0" descr="https://i.ytimg.com/vi/P7WQUBLKDmo/maxresdefault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572000" y="914400"/>
            <a:ext cx="2743200" cy="182880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14400" y="457200"/>
            <a:ext cx="68580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000000"/>
                </a:solidFill>
              </a:rPr>
              <a:t>What is Depth-Limited Search?</a:t>
            </a:r>
            <a:endParaRPr lang="en-US" sz="2400" dirty="0"/>
          </a:p>
        </p:txBody>
      </p:sp>
      <p:sp>
        <p:nvSpPr>
          <p:cNvPr id="3" name="Text 1"/>
          <p:cNvSpPr/>
          <p:nvPr/>
        </p:nvSpPr>
        <p:spPr>
          <a:xfrm>
            <a:off x="914400" y="914400"/>
            <a:ext cx="68580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000000"/>
                </a:solidFill>
              </a:rPr>
              <a:t>Modified Depth-First Search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914400" y="1371600"/>
            <a:ext cx="68580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000000"/>
                </a:solidFill>
              </a:rPr>
              <a:t>Limits search depth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914400" y="1828800"/>
            <a:ext cx="68580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000000"/>
                </a:solidFill>
              </a:rPr>
              <a:t>Avoids infinite loops</a:t>
            </a:r>
            <a:endParaRPr lang="en-US" sz="1800" dirty="0"/>
          </a:p>
        </p:txBody>
      </p:sp>
      <p:pic>
        <p:nvPicPr>
          <p:cNvPr id="6" name="Image 0" descr="https://static.javatpoint.com/tutorial/ai/images/depth-limited-search-algorithm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572000" y="914400"/>
            <a:ext cx="2743200" cy="1828800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14400" y="457200"/>
            <a:ext cx="68580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000000"/>
                </a:solidFill>
              </a:rPr>
              <a:t>How it Works</a:t>
            </a:r>
            <a:endParaRPr lang="en-US" sz="2400" dirty="0"/>
          </a:p>
        </p:txBody>
      </p:sp>
      <p:sp>
        <p:nvSpPr>
          <p:cNvPr id="3" name="Text 1"/>
          <p:cNvSpPr/>
          <p:nvPr/>
        </p:nvSpPr>
        <p:spPr>
          <a:xfrm>
            <a:off x="914400" y="914400"/>
            <a:ext cx="68580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000000"/>
                </a:solidFill>
              </a:rPr>
              <a:t>Sets a depth limit 'l'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914400" y="1371600"/>
            <a:ext cx="68580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000000"/>
                </a:solidFill>
              </a:rPr>
              <a:t>Explores nodes up to 'l'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914400" y="1828800"/>
            <a:ext cx="68580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000000"/>
                </a:solidFill>
              </a:rPr>
              <a:t>Stops at the limit</a:t>
            </a:r>
            <a:endParaRPr lang="en-US" sz="1800" dirty="0"/>
          </a:p>
        </p:txBody>
      </p:sp>
      <p:pic>
        <p:nvPicPr>
          <p:cNvPr id="6" name="Image 0" descr="https://onepagelove.imgix.net/2020/12/how-it-works-telmd.jpg?fit=crop&amp;fp-y=0&amp;w=1280&amp;min-w=1280&amp;max-h=2560&amp;auto=compress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572000" y="914400"/>
            <a:ext cx="2743200" cy="182880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14400" y="457200"/>
            <a:ext cx="68580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000000"/>
                </a:solidFill>
              </a:rPr>
              <a:t>Advantages</a:t>
            </a:r>
            <a:endParaRPr lang="en-US" sz="2400" dirty="0"/>
          </a:p>
        </p:txBody>
      </p:sp>
      <p:sp>
        <p:nvSpPr>
          <p:cNvPr id="3" name="Text 1"/>
          <p:cNvSpPr/>
          <p:nvPr/>
        </p:nvSpPr>
        <p:spPr>
          <a:xfrm>
            <a:off x="914400" y="914400"/>
            <a:ext cx="68580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000000"/>
                </a:solidFill>
              </a:rPr>
              <a:t>Memory efficient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914400" y="1371600"/>
            <a:ext cx="68580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000000"/>
                </a:solidFill>
              </a:rPr>
              <a:t>Simple to implement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914400" y="1828800"/>
            <a:ext cx="68580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000000"/>
                </a:solidFill>
              </a:rPr>
              <a:t>Suitable for shallow searches</a:t>
            </a:r>
            <a:endParaRPr lang="en-US" sz="1800" dirty="0"/>
          </a:p>
        </p:txBody>
      </p:sp>
      <p:pic>
        <p:nvPicPr>
          <p:cNvPr id="6" name="Image 0" descr="https://ideascale.com/wp-content/uploads/2023/07/Advantages-of-Organizational-Charts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572000" y="914400"/>
            <a:ext cx="2743200" cy="182880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14400" y="457200"/>
            <a:ext cx="68580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000000"/>
                </a:solidFill>
              </a:rPr>
              <a:t>Disadvantages</a:t>
            </a:r>
            <a:endParaRPr lang="en-US" sz="2400" dirty="0"/>
          </a:p>
        </p:txBody>
      </p:sp>
      <p:sp>
        <p:nvSpPr>
          <p:cNvPr id="3" name="Text 1"/>
          <p:cNvSpPr/>
          <p:nvPr/>
        </p:nvSpPr>
        <p:spPr>
          <a:xfrm>
            <a:off x="914400" y="914400"/>
            <a:ext cx="68580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000000"/>
                </a:solidFill>
              </a:rPr>
              <a:t>Incomplete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914400" y="1371600"/>
            <a:ext cx="68580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000000"/>
                </a:solidFill>
              </a:rPr>
              <a:t>Optimal solution?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914400" y="1828800"/>
            <a:ext cx="68580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000000"/>
                </a:solidFill>
              </a:rPr>
              <a:t>Depth limit crucial</a:t>
            </a:r>
            <a:endParaRPr lang="en-US" sz="1800" dirty="0"/>
          </a:p>
        </p:txBody>
      </p:sp>
      <p:pic>
        <p:nvPicPr>
          <p:cNvPr id="6" name="Image 0" descr="https://firstpagesage.com/wp-content/uploads/2023/03/seo-marketing-advantages-disadvantages-tn-1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572000" y="914400"/>
            <a:ext cx="2743200" cy="182880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14400" y="457200"/>
            <a:ext cx="68580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000000"/>
                </a:solidFill>
              </a:rPr>
              <a:t>Applications</a:t>
            </a:r>
            <a:endParaRPr lang="en-US" sz="2400" dirty="0"/>
          </a:p>
        </p:txBody>
      </p:sp>
      <p:sp>
        <p:nvSpPr>
          <p:cNvPr id="3" name="Text 1"/>
          <p:cNvSpPr/>
          <p:nvPr/>
        </p:nvSpPr>
        <p:spPr>
          <a:xfrm>
            <a:off x="914400" y="914400"/>
            <a:ext cx="68580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000000"/>
                </a:solidFill>
              </a:rPr>
              <a:t>Game playing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914400" y="1371600"/>
            <a:ext cx="68580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000000"/>
                </a:solidFill>
              </a:rPr>
              <a:t>Robotics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914400" y="1828800"/>
            <a:ext cx="68580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000000"/>
                </a:solidFill>
              </a:rPr>
              <a:t>Pathfinding</a:t>
            </a:r>
            <a:endParaRPr lang="en-US" sz="1800" dirty="0"/>
          </a:p>
        </p:txBody>
      </p:sp>
      <p:pic>
        <p:nvPicPr>
          <p:cNvPr id="6" name="Image 0" descr="https://techterms.com/img/xl/application_372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572000" y="914400"/>
            <a:ext cx="2743200" cy="182880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14400" y="457200"/>
            <a:ext cx="68580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000000"/>
                </a:solidFill>
              </a:rPr>
              <a:t>Comparison with DFS</a:t>
            </a:r>
            <a:endParaRPr lang="en-US" sz="2400" dirty="0"/>
          </a:p>
        </p:txBody>
      </p:sp>
      <p:sp>
        <p:nvSpPr>
          <p:cNvPr id="3" name="Text 1"/>
          <p:cNvSpPr/>
          <p:nvPr/>
        </p:nvSpPr>
        <p:spPr>
          <a:xfrm>
            <a:off x="914400" y="914400"/>
            <a:ext cx="68580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000000"/>
                </a:solidFill>
              </a:rPr>
              <a:t>DFS: Unbounded depth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914400" y="1371600"/>
            <a:ext cx="68580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000000"/>
                </a:solidFill>
              </a:rPr>
              <a:t>DLS: Bounded depth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914400" y="1828800"/>
            <a:ext cx="68580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000000"/>
                </a:solidFill>
              </a:rPr>
              <a:t>DLS avoids infinite loops</a:t>
            </a:r>
            <a:endParaRPr lang="en-US" sz="1800" dirty="0"/>
          </a:p>
        </p:txBody>
      </p:sp>
      <p:pic>
        <p:nvPicPr>
          <p:cNvPr id="6" name="Image 0" descr="https://us1.discourse-cdn.com/flex022/uploads/zeppelin/optimized/2X/2/2d17142684dc6445da505c8bd76753d00672b648_2_435x500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572000" y="914400"/>
            <a:ext cx="2743200" cy="1828800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14400" y="457200"/>
            <a:ext cx="68580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000000"/>
                </a:solidFill>
              </a:rPr>
              <a:t>Conclusion</a:t>
            </a:r>
            <a:endParaRPr lang="en-US" sz="2400" dirty="0"/>
          </a:p>
        </p:txBody>
      </p:sp>
      <p:sp>
        <p:nvSpPr>
          <p:cNvPr id="3" name="Text 1"/>
          <p:cNvSpPr/>
          <p:nvPr/>
        </p:nvSpPr>
        <p:spPr>
          <a:xfrm>
            <a:off x="914400" y="914400"/>
            <a:ext cx="68580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000000"/>
                </a:solidFill>
              </a:rPr>
              <a:t>Useful search technique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914400" y="1371600"/>
            <a:ext cx="68580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000000"/>
                </a:solidFill>
              </a:rPr>
              <a:t>Memory efficient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914400" y="1828800"/>
            <a:ext cx="68580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000000"/>
                </a:solidFill>
              </a:rPr>
              <a:t>Consider depth limit</a:t>
            </a:r>
            <a:endParaRPr lang="en-US" sz="1800" dirty="0"/>
          </a:p>
        </p:txBody>
      </p:sp>
      <p:pic>
        <p:nvPicPr>
          <p:cNvPr id="6" name="Image 0" descr="https://cdn.paperpile.com/guides/img/thesis-conclusion-400x400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572000" y="914400"/>
            <a:ext cx="2743200" cy="182880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8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1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2025-02-21T15:31:58Z</dcterms:created>
  <dcterms:modified xsi:type="dcterms:W3CDTF">2025-02-21T15:31:58Z</dcterms:modified>
</cp:coreProperties>
</file>